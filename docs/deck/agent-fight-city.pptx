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cs/deck/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834640"/>
            <a:ext cx="12188952" cy="40233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400" kern="0" dirty="0">
                <a:solidFill>
                  <a:srgbClr val="DF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FIGHT CITY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1554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8B96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AI agents. One bug. </a:t>
            </a:r>
            <a:pPr indent="0" marL="0">
              <a:buNone/>
            </a:pPr>
            <a:r>
              <a:rPr lang="en-US" sz="2400" i="1" dirty="0">
                <a:solidFill>
                  <a:srgbClr val="FFB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whole city watching.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2240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Adnan  ·  @techadnank9  ·  agentfightclub.vercel.app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cs/deck/n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0"/>
            <a:ext cx="478231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5029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F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built this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5544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F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leaderboard says one model scores 71% and another 73%. That number tells you nothing about your Tuesday night bug, in your codebase, with your weird test setup.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7889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F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benchmark that matters looks like your actual job: a real repo, a real open issue, and a test suite that must not break.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9319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F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every fight here is exactly that. Two agents get the same bug in separate sandboxed clones. Nobody grades their own homework: the referee judges only on the original tests from main, an honest code review, and how small the diff is.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4864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B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since watching agents work is usually a spinner, we made it a city instead.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F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floor is a real commit.</a:t>
            </a:r>
            <a:endParaRPr lang="en-US" sz="3200" dirty="0"/>
          </a:p>
        </p:txBody>
      </p:sp>
      <p:pic>
        <p:nvPicPr>
          <p:cNvPr id="3" name="Image 0" descr="docs/deck/bui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394960" cy="4443984"/>
          </a:xfrm>
          <a:prstGeom prst="rect">
            <a:avLst/>
          </a:prstGeom>
        </p:spPr>
      </p:pic>
      <p:pic>
        <p:nvPicPr>
          <p:cNvPr id="4" name="Image 1" descr="docs/deck/verdi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234440"/>
            <a:ext cx="5285232" cy="444398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40080" y="580644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7EC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build, commit by commit…</a:t>
            </a:r>
            <a:endParaRPr lang="en-US" sz="1500" dirty="0"/>
          </a:p>
        </p:txBody>
      </p:sp>
      <p:sp>
        <p:nvSpPr>
          <p:cNvPr id="6" name="Text 2"/>
          <p:cNvSpPr txBox="1"/>
          <p:nvPr/>
        </p:nvSpPr>
        <p:spPr>
          <a:xfrm>
            <a:off x="6263640" y="5806440"/>
            <a:ext cx="5285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A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…the referee scores it, opens the winner’s PR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live: agentfightclub.vercel.app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F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fight flows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141A2E"/>
          </a:solidFill>
          <a:ln w="19050">
            <a:solidFill>
              <a:srgbClr val="7EC8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21488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7E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 Data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7889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DF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scrapes live GitHub —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DF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skyline IS the data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3172968" y="265176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B9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566160" y="182880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141A2E"/>
          </a:solidFill>
          <a:ln w="19050">
            <a:solidFill>
              <a:srgbClr val="FFB34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03320" y="21488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TrueFoundry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3703320" y="27889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DF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gateway runs the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DF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fighter + referee agents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099048" y="265176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B9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492240" y="182880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141A2E"/>
          </a:solidFill>
          <a:ln w="19050">
            <a:solidFill>
              <a:srgbClr val="C9A5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29400" y="21488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9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Qodo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27889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DF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gates every PR —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DF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ours and the referee’s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9025128" y="265176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B9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9418320" y="182880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141A2E"/>
          </a:solidFill>
          <a:ln w="19050">
            <a:solidFill>
              <a:srgbClr val="6FE3A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555480" y="21488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6FE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9555480" y="27889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DF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winner’s PR opens,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DF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loser’s branch deleted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846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9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 </a:t>
            </a:r>
            <a:pPr algn="ctr" indent="0" marL="0">
              <a:buNone/>
            </a:pPr>
            <a:r>
              <a:rPr lang="en-US" sz="1500" b="1" dirty="0">
                <a:solidFill>
                  <a:srgbClr val="DF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ClickHouse Cloud</a:t>
            </a:r>
            <a:pPr algn="ctr" indent="0" marL="0">
              <a:buNone/>
            </a:pPr>
            <a:r>
              <a:rPr lang="en-US" sz="1500" dirty="0">
                <a:solidFill>
                  <a:srgbClr val="8B9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for every fight event  ·  </a:t>
            </a:r>
            <a:pPr algn="ctr" indent="0" marL="0">
              <a:buNone/>
            </a:pPr>
            <a:r>
              <a:rPr lang="en-US" sz="1500" b="1" dirty="0">
                <a:solidFill>
                  <a:srgbClr val="DF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pPr algn="ctr" indent="0" marL="0">
              <a:buNone/>
            </a:pPr>
            <a:r>
              <a:rPr lang="en-US" sz="1500" dirty="0">
                <a:solidFill>
                  <a:srgbClr val="8B9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for the live city  ·  </a:t>
            </a:r>
            <a:pPr algn="ctr" indent="0" marL="0">
              <a:buNone/>
            </a:pPr>
            <a:r>
              <a:rPr lang="en-US" sz="1500" b="1" dirty="0">
                <a:solidFill>
                  <a:srgbClr val="DF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on Vertex</a:t>
            </a:r>
            <a:pPr algn="ctr" indent="0" marL="0">
              <a:buNone/>
            </a:pPr>
            <a:r>
              <a:rPr lang="en-US" sz="1500" dirty="0">
                <a:solidFill>
                  <a:srgbClr val="8B9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 the ring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577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B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frontend holds zero fight logic — ten JSON events drive everything you see.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F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start a fight.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626864" y="1920240"/>
            <a:ext cx="2926080" cy="2926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/>
        </p:spPr>
      </p:sp>
      <p:pic>
        <p:nvPicPr>
          <p:cNvPr id="4" name="Image 0" descr="docs/deck/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9744" y="2103120"/>
            <a:ext cx="2560320" cy="2560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5120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FE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agentfightclub.vercel.app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B96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a building · pick a bug · pick your fighters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2026-08-30T00:12:31Z</dcterms:created>
  <dcterms:modified xsi:type="dcterms:W3CDTF">2026-08-30T00:12:31Z</dcterms:modified>
</cp:coreProperties>
</file>