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deck/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834640"/>
            <a:ext cx="12188952" cy="4023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400" kern="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FIGHT CITY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1554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8B96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AI agents. One bug. </a:t>
            </a:r>
            <a:pPr indent="0" marL="0">
              <a:buNone/>
            </a:pPr>
            <a:r>
              <a:rPr lang="en-US" sz="2400" i="1" dirty="0">
                <a:solidFill>
                  <a:srgbClr val="FFB3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whole city watching.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2240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Adnan  ·  @techadnank9  ·  agentfightclub.vercel.app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deck/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0"/>
            <a:ext cx="54223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914400"/>
            <a:ext cx="5760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 rank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averages.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65176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ships averages.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65760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B3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agent fixes THIS bug,</a:t>
            </a:r>
            <a:endParaRPr lang="en-US" sz="2200" dirty="0"/>
          </a:p>
          <a:p>
            <a:pPr indent="0" marL="0">
              <a:buNone/>
            </a:pPr>
            <a:r>
              <a:rPr lang="en-US" sz="2200" i="1" dirty="0">
                <a:solidFill>
                  <a:srgbClr val="FFB3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MY repo, without breaking anything?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21208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FE3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we made them fight.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floor is a real commit.</a:t>
            </a:r>
            <a:endParaRPr lang="en-US" sz="3200" dirty="0"/>
          </a:p>
        </p:txBody>
      </p:sp>
      <p:pic>
        <p:nvPicPr>
          <p:cNvPr id="3" name="Image 0" descr="docs/deck/bu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394960" cy="4443984"/>
          </a:xfrm>
          <a:prstGeom prst="rect">
            <a:avLst/>
          </a:prstGeom>
        </p:spPr>
      </p:pic>
      <p:pic>
        <p:nvPicPr>
          <p:cNvPr id="4" name="Image 1" descr="docs/deck/verdi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34440"/>
            <a:ext cx="5285232" cy="444398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58064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7EC8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build, commit by commit…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6263640" y="5806440"/>
            <a:ext cx="5285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9A5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…the referee scores it, opens the winner’s PR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 agentfightclub.vercel.app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fight flows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2514600" cy="2286000"/>
          </a:xfrm>
          <a:prstGeom prst="roundRect">
            <a:avLst>
              <a:gd name="adj" fmla="val 4800"/>
            </a:avLst>
          </a:prstGeom>
          <a:solidFill>
            <a:srgbClr val="141A2E"/>
          </a:solidFill>
          <a:ln w="19050">
            <a:solidFill>
              <a:srgbClr val="7EC8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21488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7E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Bright Data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7889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scrapes live GitHub —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skyline IS the data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3172968" y="265176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B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566160" y="1828800"/>
            <a:ext cx="2514600" cy="2286000"/>
          </a:xfrm>
          <a:prstGeom prst="roundRect">
            <a:avLst>
              <a:gd name="adj" fmla="val 4800"/>
            </a:avLst>
          </a:prstGeom>
          <a:solidFill>
            <a:srgbClr val="141A2E"/>
          </a:solidFill>
          <a:ln w="19050">
            <a:solidFill>
              <a:srgbClr val="FFB34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03320" y="21488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B3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TrueFoundry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27889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gateway runs the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fighter + referee agents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099048" y="265176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B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492240" y="1828800"/>
            <a:ext cx="2514600" cy="2286000"/>
          </a:xfrm>
          <a:prstGeom prst="roundRect">
            <a:avLst>
              <a:gd name="adj" fmla="val 4800"/>
            </a:avLst>
          </a:prstGeom>
          <a:solidFill>
            <a:srgbClr val="141A2E"/>
          </a:solidFill>
          <a:ln w="19050">
            <a:solidFill>
              <a:srgbClr val="C9A5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29400" y="21488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9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Qodo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7889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gates every PR —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ours and the referee’s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025128" y="265176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B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9418320" y="1828800"/>
            <a:ext cx="2514600" cy="2286000"/>
          </a:xfrm>
          <a:prstGeom prst="roundRect">
            <a:avLst>
              <a:gd name="adj" fmla="val 4800"/>
            </a:avLst>
          </a:prstGeom>
          <a:solidFill>
            <a:srgbClr val="141A2E"/>
          </a:solidFill>
          <a:ln w="19050">
            <a:solidFill>
              <a:srgbClr val="6FE3A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555480" y="21488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6FE3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9555480" y="27889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winner’s PR opens,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loser’s branch deleted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 </a:t>
            </a:r>
            <a:pPr algn="ctr" indent="0" marL="0">
              <a:buNone/>
            </a:pPr>
            <a:r>
              <a:rPr lang="en-US" sz="1500" b="1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ClickHouse Cloud</a:t>
            </a:r>
            <a:pPr algn="ctr" indent="0" marL="0">
              <a:buNone/>
            </a:pPr>
            <a:r>
              <a:rPr lang="en-US" sz="1500" dirty="0">
                <a:solidFill>
                  <a:srgbClr val="8B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 every fight event  ·  </a:t>
            </a:r>
            <a:pPr algn="ctr" indent="0" marL="0">
              <a:buNone/>
            </a:pPr>
            <a:r>
              <a:rPr lang="en-US" sz="1500" b="1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pPr algn="ctr" indent="0" marL="0">
              <a:buNone/>
            </a:pPr>
            <a:r>
              <a:rPr lang="en-US" sz="1500" dirty="0">
                <a:solidFill>
                  <a:srgbClr val="8B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 the live city  ·  </a:t>
            </a:r>
            <a:pPr algn="ctr" indent="0" marL="0">
              <a:buNone/>
            </a:pPr>
            <a:r>
              <a:rPr lang="en-US" sz="1500" b="1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on Vertex</a:t>
            </a:r>
            <a:pPr algn="ctr" indent="0" marL="0">
              <a:buNone/>
            </a:pPr>
            <a:r>
              <a:rPr lang="en-US" sz="1500" dirty="0">
                <a:solidFill>
                  <a:srgbClr val="8B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 the ring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B3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frontend holds zero fight logic — ten JSON events drive everything you see.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start a fight.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4626864" y="1920240"/>
            <a:ext cx="2926080" cy="292608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</p:spPr>
      </p:sp>
      <p:pic>
        <p:nvPicPr>
          <p:cNvPr id="4" name="Image 0" descr="docs/deck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9744" y="2103120"/>
            <a:ext cx="2560320" cy="2560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FE3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agentfightclub.vercel.app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B96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building · pick a bug · pick your fighters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2026-08-29T23:52:01Z</dcterms:created>
  <dcterms:modified xsi:type="dcterms:W3CDTF">2026-08-29T23:52:01Z</dcterms:modified>
</cp:coreProperties>
</file>