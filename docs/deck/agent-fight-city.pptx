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deck/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834640"/>
            <a:ext cx="12188952" cy="40233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400" kern="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FIGHT CITY</a:t>
            </a:r>
            <a:endParaRPr lang="en-US" sz="5400" dirty="0"/>
          </a:p>
        </p:txBody>
      </p:sp>
      <p:sp>
        <p:nvSpPr>
          <p:cNvPr id="4" name="Text 1"/>
          <p:cNvSpPr txBox="1"/>
          <p:nvPr/>
        </p:nvSpPr>
        <p:spPr>
          <a:xfrm>
            <a:off x="658368" y="15544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AI agents. One bug. </a:t>
            </a:r>
            <a:pPr indent="0" marL="0">
              <a:buNone/>
            </a:pPr>
            <a:r>
              <a:rPr lang="en-US" sz="24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whole city watching.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658368" y="22402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Adnan  ·  @techadnank9  ·  agentfightclub.vercel.app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ocs/deck/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0"/>
            <a:ext cx="54223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914400"/>
            <a:ext cx="5760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 rank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averages.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65176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ships averages.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65760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agent fixes THIS bug,</a:t>
            </a:r>
            <a:endParaRPr lang="en-US" sz="2200" dirty="0"/>
          </a:p>
          <a:p>
            <a:pPr indent="0" marL="0">
              <a:buNone/>
            </a:pPr>
            <a:r>
              <a:rPr lang="en-US" sz="220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MY repo, without breaking anything?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21208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FE3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we made them fight.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floor is a real commit.</a:t>
            </a:r>
            <a:endParaRPr lang="en-US" sz="3200" dirty="0"/>
          </a:p>
        </p:txBody>
      </p:sp>
      <p:pic>
        <p:nvPicPr>
          <p:cNvPr id="3" name="Image 0" descr="docs/deck/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5394960" cy="4443984"/>
          </a:xfrm>
          <a:prstGeom prst="rect">
            <a:avLst/>
          </a:prstGeom>
        </p:spPr>
      </p:pic>
      <p:pic>
        <p:nvPicPr>
          <p:cNvPr id="4" name="Image 1" descr="docs/deck/verdi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234440"/>
            <a:ext cx="5285232" cy="444398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40080" y="5806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7EC8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build, commit by commit…</a:t>
            </a:r>
            <a:endParaRPr lang="en-US" sz="1500" dirty="0"/>
          </a:p>
        </p:txBody>
      </p:sp>
      <p:sp>
        <p:nvSpPr>
          <p:cNvPr id="6" name="Text 2"/>
          <p:cNvSpPr txBox="1"/>
          <p:nvPr/>
        </p:nvSpPr>
        <p:spPr>
          <a:xfrm>
            <a:off x="6263640" y="5806440"/>
            <a:ext cx="5285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A5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…the referee scores it, opens the winner’s PR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6C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live: agentfightclub.vercel.app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141A2E"/>
          </a:solidFill>
          <a:ln w="15875">
            <a:solidFill>
              <a:srgbClr val="7EC8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430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E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002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Three.js city + HUD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 scrubber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fight logic —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renders 10 event types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80560" y="1005840"/>
            <a:ext cx="3108960" cy="2286000"/>
          </a:xfrm>
          <a:prstGeom prst="roundRect">
            <a:avLst>
              <a:gd name="adj" fmla="val 3200"/>
            </a:avLst>
          </a:prstGeom>
          <a:solidFill>
            <a:srgbClr val="141A2E"/>
          </a:solidFill>
          <a:ln w="15875">
            <a:solidFill>
              <a:srgbClr val="6FE3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17720" y="1143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FE3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SERVER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617720" y="160020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/fight  →  session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/events  (SSE)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/repos · /stats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 dumb pipe, on purpose"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291840" y="1737360"/>
            <a:ext cx="1188720" cy="0"/>
          </a:xfrm>
          <a:prstGeom prst="line">
            <a:avLst/>
          </a:prstGeom>
          <a:noFill/>
          <a:ln w="19050">
            <a:solidFill>
              <a:srgbClr val="8B96C2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3246120" y="141732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 /fight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 flipH="1">
            <a:off x="4480560" y="2514600"/>
            <a:ext cx="1188720" cy="0"/>
          </a:xfrm>
          <a:prstGeom prst="line">
            <a:avLst/>
          </a:prstGeom>
          <a:noFill/>
          <a:ln w="19050">
            <a:solidFill>
              <a:srgbClr val="8B96C2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3108960" y="2651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SSE event stream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383280" y="379476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141A2E"/>
          </a:solidFill>
          <a:ln w="15875">
            <a:solidFill>
              <a:srgbClr val="FFB34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0440" y="391363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FIGHT HARNESS  (python subprocess · emits JSONL on stdout)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11880" y="4434840"/>
            <a:ext cx="1600200" cy="1783080"/>
          </a:xfrm>
          <a:prstGeom prst="roundRect">
            <a:avLst>
              <a:gd name="adj" fmla="val 4571"/>
            </a:avLst>
          </a:prstGeom>
          <a:solidFill>
            <a:srgbClr val="141A2E"/>
          </a:solidFill>
          <a:ln w="15875">
            <a:solidFill>
              <a:srgbClr val="FFB34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57600" y="45262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B3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FIGHTER A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864608"/>
            <a:ext cx="1508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clone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fight/a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TrueFoundry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0" y="4434840"/>
            <a:ext cx="1600200" cy="1783080"/>
          </a:xfrm>
          <a:prstGeom prst="roundRect">
            <a:avLst>
              <a:gd name="adj" fmla="val 4571"/>
            </a:avLst>
          </a:prstGeom>
          <a:solidFill>
            <a:srgbClr val="141A2E"/>
          </a:solidFill>
          <a:ln w="15875">
            <a:solidFill>
              <a:srgbClr val="7EC8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349240" y="45262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E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FIGHTER B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4864608"/>
            <a:ext cx="1508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 clone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fight/b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/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Vertex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95160" y="4434840"/>
            <a:ext cx="1600200" cy="1783080"/>
          </a:xfrm>
          <a:prstGeom prst="roundRect">
            <a:avLst>
              <a:gd name="adj" fmla="val 4571"/>
            </a:avLst>
          </a:prstGeom>
          <a:solidFill>
            <a:srgbClr val="141A2E"/>
          </a:solidFill>
          <a:ln w="15875">
            <a:solidFill>
              <a:srgbClr val="C9A5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040880" y="452628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4864608"/>
            <a:ext cx="1508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4th clone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re-runs MAIN's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· reviews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diffs · scores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035040" y="3291840"/>
            <a:ext cx="0" cy="502920"/>
          </a:xfrm>
          <a:prstGeom prst="line">
            <a:avLst/>
          </a:prstGeom>
          <a:noFill/>
          <a:ln w="19050">
            <a:solidFill>
              <a:srgbClr val="8B96C2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172200" y="33101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spawn · pipe stdout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9418320" y="868680"/>
            <a:ext cx="2240280" cy="1371600"/>
          </a:xfrm>
          <a:prstGeom prst="roundRect">
            <a:avLst>
              <a:gd name="adj" fmla="val 5333"/>
            </a:avLst>
          </a:prstGeom>
          <a:solidFill>
            <a:srgbClr val="141A2E"/>
          </a:solidFill>
          <a:ln w="15875">
            <a:solidFill>
              <a:srgbClr val="6FE3A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509760" y="969264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FE3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132588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winner's PR opened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loser's branch deleted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418320" y="2514600"/>
            <a:ext cx="2240280" cy="1371600"/>
          </a:xfrm>
          <a:prstGeom prst="roundRect">
            <a:avLst>
              <a:gd name="adj" fmla="val 5333"/>
            </a:avLst>
          </a:prstGeom>
          <a:solidFill>
            <a:srgbClr val="141A2E"/>
          </a:solidFill>
          <a:ln w="15875">
            <a:solidFill>
              <a:srgbClr val="7EC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509760" y="2615184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EC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BRIGHT DATA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509760" y="297180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Unlocker scrapes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→ repos.json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418320" y="4160520"/>
            <a:ext cx="2240280" cy="1371600"/>
          </a:xfrm>
          <a:prstGeom prst="roundRect">
            <a:avLst>
              <a:gd name="adj" fmla="val 5333"/>
            </a:avLst>
          </a:prstGeom>
          <a:solidFill>
            <a:srgbClr val="141A2E"/>
          </a:solidFill>
          <a:ln w="15875">
            <a:solidFill>
              <a:srgbClr val="FFB34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509760" y="4261104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B3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CLICKHOUSE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509760" y="46177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event inserted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JSONEachRow · /stats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418320" y="5806440"/>
            <a:ext cx="2240280" cy="777240"/>
          </a:xfrm>
          <a:prstGeom prst="roundRect">
            <a:avLst>
              <a:gd name="adj" fmla="val 9412"/>
            </a:avLst>
          </a:prstGeom>
          <a:solidFill>
            <a:srgbClr val="141A2E"/>
          </a:solidFill>
          <a:ln w="15875">
            <a:solidFill>
              <a:srgbClr val="C9A5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509760" y="5888736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A5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QODO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509760" y="621792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every PR merged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778240" y="5029200"/>
            <a:ext cx="640080" cy="-3291840"/>
          </a:xfrm>
          <a:prstGeom prst="line">
            <a:avLst/>
          </a:prstGeom>
          <a:noFill/>
          <a:ln w="19050">
            <a:solidFill>
              <a:srgbClr val="8B96C2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7818120" y="3657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 push · gh pr create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 flipH="1">
            <a:off x="9418320" y="3200400"/>
            <a:ext cx="-1828800" cy="-1097280"/>
          </a:xfrm>
          <a:prstGeom prst="line">
            <a:avLst/>
          </a:prstGeom>
          <a:noFill/>
          <a:ln w="19050">
            <a:solidFill>
              <a:srgbClr val="8B96C2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589520" y="3017520"/>
            <a:ext cx="1828800" cy="1828800"/>
          </a:xfrm>
          <a:prstGeom prst="line">
            <a:avLst/>
          </a:prstGeom>
          <a:noFill/>
          <a:ln w="19050">
            <a:solidFill>
              <a:srgbClr val="8B96C2"/>
            </a:solidFill>
            <a:prstDash val="solid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8549640" y="39776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events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548640" y="644652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FFB3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 original tests · 25% review findings · 15% diff economy  →  one verdict, shown live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 start a fight.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4626864" y="1920240"/>
            <a:ext cx="2926080" cy="292608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/>
        </p:spPr>
      </p:sp>
      <p:pic>
        <p:nvPicPr>
          <p:cNvPr id="4" name="Image 0" descr="docs/deck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9744" y="2103120"/>
            <a:ext cx="2560320" cy="2560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5120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FE3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agentfightclub.vercel.app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B9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building · pick a bug · pick your fighters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2026-08-29T23:57:14Z</dcterms:created>
  <dcterms:modified xsi:type="dcterms:W3CDTF">2026-08-29T23:57:14Z</dcterms:modified>
</cp:coreProperties>
</file>